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31720"/>
            <a:ext cx="146304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12121"/>
                </a:solidFill>
                <a:latin typeface="Calibri"/>
              </a:rPr>
              <a:t>Core Departments in Major Tech Companies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69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404040"/>
                </a:solidFill>
                <a:latin typeface="Calibri"/>
              </a:rPr>
              <a:t>An AI-generated course explanation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Core Departments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Major departments include Ads, AI, Cloud, and Growth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Different companies prioritize departments differently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Examples: Google, Amazon, Microsoft, and Apple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Ads Monetization as Revenue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Ads departments are closest to revenue generation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Google and Meta rely heavily on advertising revenue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Amazon's AWS and advertising also contribute significantly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Importance of Recommendation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Recommendation systems drive user engagement and revenue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Core departments include Search and Feed Ranking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Examples: TikTok, Netflix, and Amazon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Growth Beyond Traditional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Growth focuses on data, experimentation, and user lifecycle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Includes user acquisition, retention, and conversion strategies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Major companies have dedicated Growth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Core Product Teams and Their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Not all product teams are equally important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Core teams control user entry points and revenue sources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Examples: Google Search, Amazon Marketplace, Apple 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Cloud and Infrastructure's Growing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Cloud departments are foundational in the AI era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Microsoft Azure and AWS are major profit engines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Nvidia's Data Center revenue shows industry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AI/ML Platforms as Core Production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AI/ML has shifted from research to production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Core areas include LLMs, Ads Models, and AI Safety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Major investments by Google, Microsoft, and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Data and Experimentation as Decision-Making Centers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Data departments guide product decisions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Utilize A/B testing and causal analysis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Roles include Data Scientists and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Trust, Safety, and Privacy as Core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Trust and safety departments are now essential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Focus on compliance, content safety, and security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Major companies prioritize these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Marketplace and Commerce in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Marketplace departments are vital for Amazon and Apple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Include logistics, payments, and fulfillment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Services revenue is crucial for Apple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Developer Ecosystem as a Competitive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Developer platforms lock in ecosystems for companies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Examples include Microsoft Azure and Google Cloud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Nvidia builds a moat with its developer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Ranking of Core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Tier 1: Ads, Recommendation, Core Product, Cloud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Tier 2: Growth, Data Science, Marketplace, Trust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Tier 3: Enterprise Sales, HR, Operations,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97280" cy="54864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8220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12121"/>
                </a:solidFill>
                <a:latin typeface="Calibri"/>
              </a:rPr>
              <a:t>Company-Specific Core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Google: Search, Ads, YouTube, Cloud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Amazon: AWS, Marketplace, Logistics, Ads</a:t>
            </a:r>
          </a:p>
          <a:p>
            <a:pPr>
              <a:spcAft>
                <a:spcPts val="2200"/>
              </a:spcAft>
            </a:pPr>
            <a:r>
              <a:rPr sz="2000" b="1">
                <a:solidFill>
                  <a:srgbClr val="F58220"/>
                </a:solidFill>
                <a:latin typeface="Calibri"/>
              </a:rPr>
              <a:t>▪  </a:t>
            </a:r>
            <a:r>
              <a:rPr sz="2000" b="0">
                <a:solidFill>
                  <a:srgbClr val="404040"/>
                </a:solidFill>
                <a:latin typeface="Calibri"/>
              </a:rPr>
              <a:t>Apple: iPhone, Services, Ecosystem,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A6A6A6"/>
                </a:solidFill>
                <a:latin typeface="Calibri"/>
              </a:rPr>
              <a:t>AI Course Video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A6A6A6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