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146304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121"/>
                </a:solidFill>
                <a:latin typeface="Microsoft YaHei"/>
              </a:rPr>
              <a:t>主要科技公司的核心部门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04040"/>
                </a:solidFill>
                <a:latin typeface="Microsoft YaHei"/>
              </a:rPr>
              <a:t>由 AI 自动生成的课程讲解视频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核心部门概览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主要部门包括广告、AI、云和增长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不同公司重视部门不同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例如：谷歌、亚马逊、微软、苹果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广告变现驱动收入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广告部门最接近收入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Google和Meta依赖广告收入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AWS与广告贡献显著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推荐算法的重要性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推荐系统提升参与和收入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核心部门：搜索与排序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例子：TikTok、Netflix、Amazon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超越传统营销的增长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增长关注数据与实验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涵盖用户获取与留存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大公司设有增长团队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核心产品团队及影响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并非所有团队重要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核心团队控制入口与收入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例子：Google、Amazon、Apple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云与基础设施的重要性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云部门是AI时代基础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微软Azure与AWS是盈利引擎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Nvidia数据中心收入增长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AI/ML平台的核心地位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AI/ML从研究转向生产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核心领域包括LLMs、广告模型和AI安全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Google、Microsoft等大举投资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数据与实验决策中心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数据部门指导产品决策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使用A/B测试和因果分析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角色包括数据科学家和工程师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信任、安全与隐私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信任与安全部门必不可少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关注合规、内容安全与安全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大公司优先投资这些领域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科技市场与商业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市场部门对亚马逊和苹果至关重要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涵盖物流、支付和履约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服务收入对苹果至关重要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开发者生态系统优势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开发平台锁定生态系统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如微软Azure和谷歌云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Nvidia用开发工具构建护城河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核心部门排名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第一层级：广告、推荐、核心产品、云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第二层级：增长、数据科学、市场、信任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第三层级：企业销售、人力资源、运营、法律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Microsoft YaHei"/>
              </a:rP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Microsoft YaHei"/>
              </a:rPr>
              <a:t>公司核心部门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Google: 搜索、广告、YouTube、云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Amazon: AWS、市场、物流、广告</a:t>
            </a:r>
          </a:p>
          <a:p>
            <a:pPr>
              <a:lnSpc>
                <a:spcPct val="125000"/>
              </a:lnSpc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Microsoft YaHei"/>
              </a:rPr>
              <a:t>▪  </a:t>
            </a:r>
            <a:r>
              <a:rPr sz="2000" b="0">
                <a:solidFill>
                  <a:srgbClr val="404040"/>
                </a:solidFill>
                <a:latin typeface="Microsoft YaHei"/>
              </a:rPr>
              <a:t>Apple: iPhone、服务、生态、隐私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Microsoft YaHe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